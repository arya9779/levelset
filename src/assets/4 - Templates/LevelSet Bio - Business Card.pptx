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4"/>
  </p:notesMasterIdLst>
  <p:sldIdLst>
    <p:sldId id="257" r:id="rId2"/>
    <p:sldId id="258" r:id="rId3"/>
  </p:sldIdLst>
  <p:sldSz cx="3351213" cy="1979613"/>
  <p:notesSz cx="5715000" cy="100012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00" d="100"/>
          <a:sy n="400" d="100"/>
        </p:scale>
        <p:origin x="1160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819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10045" rtl="0" eaLnBrk="1" latinLnBrk="0" hangingPunct="1">
      <a:defRPr sz="407" kern="1200">
        <a:solidFill>
          <a:schemeClr val="tx1"/>
        </a:solidFill>
        <a:latin typeface="+mn-lt"/>
        <a:ea typeface="+mn-ea"/>
        <a:cs typeface="+mn-cs"/>
      </a:defRPr>
    </a:lvl1pPr>
    <a:lvl2pPr marL="155023" algn="l" defTabSz="310045" rtl="0" eaLnBrk="1" latinLnBrk="0" hangingPunct="1">
      <a:defRPr sz="407" kern="1200">
        <a:solidFill>
          <a:schemeClr val="tx1"/>
        </a:solidFill>
        <a:latin typeface="+mn-lt"/>
        <a:ea typeface="+mn-ea"/>
        <a:cs typeface="+mn-cs"/>
      </a:defRPr>
    </a:lvl2pPr>
    <a:lvl3pPr marL="310045" algn="l" defTabSz="310045" rtl="0" eaLnBrk="1" latinLnBrk="0" hangingPunct="1">
      <a:defRPr sz="407" kern="1200">
        <a:solidFill>
          <a:schemeClr val="tx1"/>
        </a:solidFill>
        <a:latin typeface="+mn-lt"/>
        <a:ea typeface="+mn-ea"/>
        <a:cs typeface="+mn-cs"/>
      </a:defRPr>
    </a:lvl3pPr>
    <a:lvl4pPr marL="465068" algn="l" defTabSz="310045" rtl="0" eaLnBrk="1" latinLnBrk="0" hangingPunct="1">
      <a:defRPr sz="407" kern="1200">
        <a:solidFill>
          <a:schemeClr val="tx1"/>
        </a:solidFill>
        <a:latin typeface="+mn-lt"/>
        <a:ea typeface="+mn-ea"/>
        <a:cs typeface="+mn-cs"/>
      </a:defRPr>
    </a:lvl4pPr>
    <a:lvl5pPr marL="620090" algn="l" defTabSz="310045" rtl="0" eaLnBrk="1" latinLnBrk="0" hangingPunct="1">
      <a:defRPr sz="407" kern="1200">
        <a:solidFill>
          <a:schemeClr val="tx1"/>
        </a:solidFill>
        <a:latin typeface="+mn-lt"/>
        <a:ea typeface="+mn-ea"/>
        <a:cs typeface="+mn-cs"/>
      </a:defRPr>
    </a:lvl5pPr>
    <a:lvl6pPr marL="775113" algn="l" defTabSz="310045" rtl="0" eaLnBrk="1" latinLnBrk="0" hangingPunct="1">
      <a:defRPr sz="407" kern="1200">
        <a:solidFill>
          <a:schemeClr val="tx1"/>
        </a:solidFill>
        <a:latin typeface="+mn-lt"/>
        <a:ea typeface="+mn-ea"/>
        <a:cs typeface="+mn-cs"/>
      </a:defRPr>
    </a:lvl6pPr>
    <a:lvl7pPr marL="930135" algn="l" defTabSz="310045" rtl="0" eaLnBrk="1" latinLnBrk="0" hangingPunct="1">
      <a:defRPr sz="407" kern="1200">
        <a:solidFill>
          <a:schemeClr val="tx1"/>
        </a:solidFill>
        <a:latin typeface="+mn-lt"/>
        <a:ea typeface="+mn-ea"/>
        <a:cs typeface="+mn-cs"/>
      </a:defRPr>
    </a:lvl7pPr>
    <a:lvl8pPr marL="1085158" algn="l" defTabSz="310045" rtl="0" eaLnBrk="1" latinLnBrk="0" hangingPunct="1">
      <a:defRPr sz="407" kern="1200">
        <a:solidFill>
          <a:schemeClr val="tx1"/>
        </a:solidFill>
        <a:latin typeface="+mn-lt"/>
        <a:ea typeface="+mn-ea"/>
        <a:cs typeface="+mn-cs"/>
      </a:defRPr>
    </a:lvl8pPr>
    <a:lvl9pPr marL="1240179" algn="l" defTabSz="310045" rtl="0" eaLnBrk="1" latinLnBrk="0" hangingPunct="1">
      <a:defRPr sz="40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902" y="323978"/>
            <a:ext cx="2513410" cy="689199"/>
          </a:xfrm>
        </p:spPr>
        <p:txBody>
          <a:bodyPr anchor="b"/>
          <a:lstStyle>
            <a:lvl1pPr algn="ctr">
              <a:defRPr sz="16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8902" y="1039755"/>
            <a:ext cx="2513410" cy="477948"/>
          </a:xfrm>
        </p:spPr>
        <p:txBody>
          <a:bodyPr/>
          <a:lstStyle>
            <a:lvl1pPr marL="0" indent="0" algn="ctr">
              <a:buNone/>
              <a:defRPr sz="660"/>
            </a:lvl1pPr>
            <a:lvl2pPr marL="125684" indent="0" algn="ctr">
              <a:buNone/>
              <a:defRPr sz="550"/>
            </a:lvl2pPr>
            <a:lvl3pPr marL="251369" indent="0" algn="ctr">
              <a:buNone/>
              <a:defRPr sz="495"/>
            </a:lvl3pPr>
            <a:lvl4pPr marL="377053" indent="0" algn="ctr">
              <a:buNone/>
              <a:defRPr sz="440"/>
            </a:lvl4pPr>
            <a:lvl5pPr marL="502737" indent="0" algn="ctr">
              <a:buNone/>
              <a:defRPr sz="440"/>
            </a:lvl5pPr>
            <a:lvl6pPr marL="628421" indent="0" algn="ctr">
              <a:buNone/>
              <a:defRPr sz="440"/>
            </a:lvl6pPr>
            <a:lvl7pPr marL="754106" indent="0" algn="ctr">
              <a:buNone/>
              <a:defRPr sz="440"/>
            </a:lvl7pPr>
            <a:lvl8pPr marL="879790" indent="0" algn="ctr">
              <a:buNone/>
              <a:defRPr sz="440"/>
            </a:lvl8pPr>
            <a:lvl9pPr marL="1005474" indent="0" algn="ctr">
              <a:buNone/>
              <a:defRPr sz="4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5526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2223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51" y="493529"/>
            <a:ext cx="2890421" cy="823464"/>
          </a:xfrm>
        </p:spPr>
        <p:txBody>
          <a:bodyPr anchor="b"/>
          <a:lstStyle>
            <a:lvl1pPr>
              <a:defRPr sz="164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51" y="1324783"/>
            <a:ext cx="2890421" cy="433040"/>
          </a:xfrm>
        </p:spPr>
        <p:txBody>
          <a:bodyPr/>
          <a:lstStyle>
            <a:lvl1pPr marL="0" indent="0">
              <a:buNone/>
              <a:defRPr sz="660">
                <a:solidFill>
                  <a:schemeClr val="tx1">
                    <a:tint val="75000"/>
                  </a:schemeClr>
                </a:solidFill>
              </a:defRPr>
            </a:lvl1pPr>
            <a:lvl2pPr marL="125684" indent="0">
              <a:buNone/>
              <a:defRPr sz="550">
                <a:solidFill>
                  <a:schemeClr val="tx1">
                    <a:tint val="75000"/>
                  </a:schemeClr>
                </a:solidFill>
              </a:defRPr>
            </a:lvl2pPr>
            <a:lvl3pPr marL="251369" indent="0">
              <a:buNone/>
              <a:defRPr sz="495">
                <a:solidFill>
                  <a:schemeClr val="tx1">
                    <a:tint val="75000"/>
                  </a:schemeClr>
                </a:solidFill>
              </a:defRPr>
            </a:lvl3pPr>
            <a:lvl4pPr marL="377053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4pPr>
            <a:lvl5pPr marL="502737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5pPr>
            <a:lvl6pPr marL="628421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6pPr>
            <a:lvl7pPr marL="754106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7pPr>
            <a:lvl8pPr marL="879790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8pPr>
            <a:lvl9pPr marL="1005474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55821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396" y="526980"/>
            <a:ext cx="1424266" cy="12560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6551" y="526980"/>
            <a:ext cx="1424266" cy="12560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079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32" y="105396"/>
            <a:ext cx="2890421" cy="3826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833" y="485280"/>
            <a:ext cx="1417720" cy="237828"/>
          </a:xfrm>
        </p:spPr>
        <p:txBody>
          <a:bodyPr anchor="b"/>
          <a:lstStyle>
            <a:lvl1pPr marL="0" indent="0">
              <a:buNone/>
              <a:defRPr sz="660" b="1"/>
            </a:lvl1pPr>
            <a:lvl2pPr marL="125684" indent="0">
              <a:buNone/>
              <a:defRPr sz="550" b="1"/>
            </a:lvl2pPr>
            <a:lvl3pPr marL="251369" indent="0">
              <a:buNone/>
              <a:defRPr sz="495" b="1"/>
            </a:lvl3pPr>
            <a:lvl4pPr marL="377053" indent="0">
              <a:buNone/>
              <a:defRPr sz="440" b="1"/>
            </a:lvl4pPr>
            <a:lvl5pPr marL="502737" indent="0">
              <a:buNone/>
              <a:defRPr sz="440" b="1"/>
            </a:lvl5pPr>
            <a:lvl6pPr marL="628421" indent="0">
              <a:buNone/>
              <a:defRPr sz="440" b="1"/>
            </a:lvl6pPr>
            <a:lvl7pPr marL="754106" indent="0">
              <a:buNone/>
              <a:defRPr sz="440" b="1"/>
            </a:lvl7pPr>
            <a:lvl8pPr marL="879790" indent="0">
              <a:buNone/>
              <a:defRPr sz="440" b="1"/>
            </a:lvl8pPr>
            <a:lvl9pPr marL="1005474" indent="0">
              <a:buNone/>
              <a:defRPr sz="4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0833" y="723109"/>
            <a:ext cx="1417720" cy="10635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96552" y="485280"/>
            <a:ext cx="1424702" cy="237828"/>
          </a:xfrm>
        </p:spPr>
        <p:txBody>
          <a:bodyPr anchor="b"/>
          <a:lstStyle>
            <a:lvl1pPr marL="0" indent="0">
              <a:buNone/>
              <a:defRPr sz="660" b="1"/>
            </a:lvl1pPr>
            <a:lvl2pPr marL="125684" indent="0">
              <a:buNone/>
              <a:defRPr sz="550" b="1"/>
            </a:lvl2pPr>
            <a:lvl3pPr marL="251369" indent="0">
              <a:buNone/>
              <a:defRPr sz="495" b="1"/>
            </a:lvl3pPr>
            <a:lvl4pPr marL="377053" indent="0">
              <a:buNone/>
              <a:defRPr sz="440" b="1"/>
            </a:lvl4pPr>
            <a:lvl5pPr marL="502737" indent="0">
              <a:buNone/>
              <a:defRPr sz="440" b="1"/>
            </a:lvl5pPr>
            <a:lvl6pPr marL="628421" indent="0">
              <a:buNone/>
              <a:defRPr sz="440" b="1"/>
            </a:lvl6pPr>
            <a:lvl7pPr marL="754106" indent="0">
              <a:buNone/>
              <a:defRPr sz="440" b="1"/>
            </a:lvl7pPr>
            <a:lvl8pPr marL="879790" indent="0">
              <a:buNone/>
              <a:defRPr sz="440" b="1"/>
            </a:lvl8pPr>
            <a:lvl9pPr marL="1005474" indent="0">
              <a:buNone/>
              <a:defRPr sz="4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96552" y="723109"/>
            <a:ext cx="1424702" cy="10635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6384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0594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3933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33" y="131974"/>
            <a:ext cx="1080853" cy="461910"/>
          </a:xfrm>
        </p:spPr>
        <p:txBody>
          <a:bodyPr anchor="b"/>
          <a:lstStyle>
            <a:lvl1pPr>
              <a:defRPr sz="8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702" y="285028"/>
            <a:ext cx="1696552" cy="1406808"/>
          </a:xfrm>
        </p:spPr>
        <p:txBody>
          <a:bodyPr/>
          <a:lstStyle>
            <a:lvl1pPr>
              <a:defRPr sz="880"/>
            </a:lvl1pPr>
            <a:lvl2pPr>
              <a:defRPr sz="770"/>
            </a:lvl2pPr>
            <a:lvl3pPr>
              <a:defRPr sz="660"/>
            </a:lvl3pPr>
            <a:lvl4pPr>
              <a:defRPr sz="550"/>
            </a:lvl4pPr>
            <a:lvl5pPr>
              <a:defRPr sz="550"/>
            </a:lvl5pPr>
            <a:lvl6pPr>
              <a:defRPr sz="550"/>
            </a:lvl6pPr>
            <a:lvl7pPr>
              <a:defRPr sz="550"/>
            </a:lvl7pPr>
            <a:lvl8pPr>
              <a:defRPr sz="550"/>
            </a:lvl8pPr>
            <a:lvl9pPr>
              <a:defRPr sz="5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833" y="593884"/>
            <a:ext cx="1080853" cy="1100243"/>
          </a:xfrm>
        </p:spPr>
        <p:txBody>
          <a:bodyPr/>
          <a:lstStyle>
            <a:lvl1pPr marL="0" indent="0">
              <a:buNone/>
              <a:defRPr sz="440"/>
            </a:lvl1pPr>
            <a:lvl2pPr marL="125684" indent="0">
              <a:buNone/>
              <a:defRPr sz="385"/>
            </a:lvl2pPr>
            <a:lvl3pPr marL="251369" indent="0">
              <a:buNone/>
              <a:defRPr sz="330"/>
            </a:lvl3pPr>
            <a:lvl4pPr marL="377053" indent="0">
              <a:buNone/>
              <a:defRPr sz="275"/>
            </a:lvl4pPr>
            <a:lvl5pPr marL="502737" indent="0">
              <a:buNone/>
              <a:defRPr sz="275"/>
            </a:lvl5pPr>
            <a:lvl6pPr marL="628421" indent="0">
              <a:buNone/>
              <a:defRPr sz="275"/>
            </a:lvl6pPr>
            <a:lvl7pPr marL="754106" indent="0">
              <a:buNone/>
              <a:defRPr sz="275"/>
            </a:lvl7pPr>
            <a:lvl8pPr marL="879790" indent="0">
              <a:buNone/>
              <a:defRPr sz="275"/>
            </a:lvl8pPr>
            <a:lvl9pPr marL="1005474" indent="0">
              <a:buNone/>
              <a:defRPr sz="2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7154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833" y="131974"/>
            <a:ext cx="1080853" cy="461910"/>
          </a:xfrm>
        </p:spPr>
        <p:txBody>
          <a:bodyPr anchor="b"/>
          <a:lstStyle>
            <a:lvl1pPr>
              <a:defRPr sz="8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24702" y="285028"/>
            <a:ext cx="1696552" cy="1406808"/>
          </a:xfrm>
        </p:spPr>
        <p:txBody>
          <a:bodyPr anchor="t"/>
          <a:lstStyle>
            <a:lvl1pPr marL="0" indent="0">
              <a:buNone/>
              <a:defRPr sz="880"/>
            </a:lvl1pPr>
            <a:lvl2pPr marL="125684" indent="0">
              <a:buNone/>
              <a:defRPr sz="770"/>
            </a:lvl2pPr>
            <a:lvl3pPr marL="251369" indent="0">
              <a:buNone/>
              <a:defRPr sz="660"/>
            </a:lvl3pPr>
            <a:lvl4pPr marL="377053" indent="0">
              <a:buNone/>
              <a:defRPr sz="550"/>
            </a:lvl4pPr>
            <a:lvl5pPr marL="502737" indent="0">
              <a:buNone/>
              <a:defRPr sz="550"/>
            </a:lvl5pPr>
            <a:lvl6pPr marL="628421" indent="0">
              <a:buNone/>
              <a:defRPr sz="550"/>
            </a:lvl6pPr>
            <a:lvl7pPr marL="754106" indent="0">
              <a:buNone/>
              <a:defRPr sz="550"/>
            </a:lvl7pPr>
            <a:lvl8pPr marL="879790" indent="0">
              <a:buNone/>
              <a:defRPr sz="550"/>
            </a:lvl8pPr>
            <a:lvl9pPr marL="1005474" indent="0">
              <a:buNone/>
              <a:defRPr sz="55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0833" y="593884"/>
            <a:ext cx="1080853" cy="1100243"/>
          </a:xfrm>
        </p:spPr>
        <p:txBody>
          <a:bodyPr/>
          <a:lstStyle>
            <a:lvl1pPr marL="0" indent="0">
              <a:buNone/>
              <a:defRPr sz="440"/>
            </a:lvl1pPr>
            <a:lvl2pPr marL="125684" indent="0">
              <a:buNone/>
              <a:defRPr sz="385"/>
            </a:lvl2pPr>
            <a:lvl3pPr marL="251369" indent="0">
              <a:buNone/>
              <a:defRPr sz="330"/>
            </a:lvl3pPr>
            <a:lvl4pPr marL="377053" indent="0">
              <a:buNone/>
              <a:defRPr sz="275"/>
            </a:lvl4pPr>
            <a:lvl5pPr marL="502737" indent="0">
              <a:buNone/>
              <a:defRPr sz="275"/>
            </a:lvl5pPr>
            <a:lvl6pPr marL="628421" indent="0">
              <a:buNone/>
              <a:defRPr sz="275"/>
            </a:lvl6pPr>
            <a:lvl7pPr marL="754106" indent="0">
              <a:buNone/>
              <a:defRPr sz="275"/>
            </a:lvl7pPr>
            <a:lvl8pPr marL="879790" indent="0">
              <a:buNone/>
              <a:defRPr sz="275"/>
            </a:lvl8pPr>
            <a:lvl9pPr marL="1005474" indent="0">
              <a:buNone/>
              <a:defRPr sz="2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7735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2839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98212" y="105396"/>
            <a:ext cx="722605" cy="167763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0396" y="105396"/>
            <a:ext cx="2125926" cy="167763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0206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20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0396" y="105396"/>
            <a:ext cx="2890421" cy="38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396" y="526980"/>
            <a:ext cx="2890421" cy="125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0396" y="1834808"/>
            <a:ext cx="754023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3/30/26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0090" y="1834808"/>
            <a:ext cx="1131034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66794" y="1834808"/>
            <a:ext cx="754023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906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251369" rtl="0" eaLnBrk="1" latinLnBrk="0" hangingPunct="1">
        <a:lnSpc>
          <a:spcPct val="90000"/>
        </a:lnSpc>
        <a:spcBef>
          <a:spcPct val="0"/>
        </a:spcBef>
        <a:buNone/>
        <a:defRPr sz="12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842" indent="-62842" algn="l" defTabSz="251369" rtl="0" eaLnBrk="1" latinLnBrk="0" hangingPunct="1">
        <a:lnSpc>
          <a:spcPct val="90000"/>
        </a:lnSpc>
        <a:spcBef>
          <a:spcPts val="275"/>
        </a:spcBef>
        <a:buFont typeface="Arial" panose="020B0604020202020204" pitchFamily="34" charset="0"/>
        <a:buChar char="•"/>
        <a:defRPr sz="770" kern="1200">
          <a:solidFill>
            <a:schemeClr val="tx1"/>
          </a:solidFill>
          <a:latin typeface="+mn-lt"/>
          <a:ea typeface="+mn-ea"/>
          <a:cs typeface="+mn-cs"/>
        </a:defRPr>
      </a:lvl1pPr>
      <a:lvl2pPr marL="188526" indent="-62842" algn="l" defTabSz="251369" rtl="0" eaLnBrk="1" latinLnBrk="0" hangingPunct="1">
        <a:lnSpc>
          <a:spcPct val="90000"/>
        </a:lnSpc>
        <a:spcBef>
          <a:spcPts val="137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2pPr>
      <a:lvl3pPr marL="314211" indent="-62842" algn="l" defTabSz="251369" rtl="0" eaLnBrk="1" latinLnBrk="0" hangingPunct="1">
        <a:lnSpc>
          <a:spcPct val="90000"/>
        </a:lnSpc>
        <a:spcBef>
          <a:spcPts val="137"/>
        </a:spcBef>
        <a:buFont typeface="Arial" panose="020B0604020202020204" pitchFamily="34" charset="0"/>
        <a:buChar char="•"/>
        <a:defRPr sz="550" kern="1200">
          <a:solidFill>
            <a:schemeClr val="tx1"/>
          </a:solidFill>
          <a:latin typeface="+mn-lt"/>
          <a:ea typeface="+mn-ea"/>
          <a:cs typeface="+mn-cs"/>
        </a:defRPr>
      </a:lvl3pPr>
      <a:lvl4pPr marL="439895" indent="-62842" algn="l" defTabSz="251369" rtl="0" eaLnBrk="1" latinLnBrk="0" hangingPunct="1">
        <a:lnSpc>
          <a:spcPct val="90000"/>
        </a:lnSpc>
        <a:spcBef>
          <a:spcPts val="137"/>
        </a:spcBef>
        <a:buFont typeface="Arial" panose="020B0604020202020204" pitchFamily="34" charset="0"/>
        <a:buChar char="•"/>
        <a:defRPr sz="495" kern="1200">
          <a:solidFill>
            <a:schemeClr val="tx1"/>
          </a:solidFill>
          <a:latin typeface="+mn-lt"/>
          <a:ea typeface="+mn-ea"/>
          <a:cs typeface="+mn-cs"/>
        </a:defRPr>
      </a:lvl4pPr>
      <a:lvl5pPr marL="565579" indent="-62842" algn="l" defTabSz="251369" rtl="0" eaLnBrk="1" latinLnBrk="0" hangingPunct="1">
        <a:lnSpc>
          <a:spcPct val="90000"/>
        </a:lnSpc>
        <a:spcBef>
          <a:spcPts val="137"/>
        </a:spcBef>
        <a:buFont typeface="Arial" panose="020B0604020202020204" pitchFamily="34" charset="0"/>
        <a:buChar char="•"/>
        <a:defRPr sz="495" kern="1200">
          <a:solidFill>
            <a:schemeClr val="tx1"/>
          </a:solidFill>
          <a:latin typeface="+mn-lt"/>
          <a:ea typeface="+mn-ea"/>
          <a:cs typeface="+mn-cs"/>
        </a:defRPr>
      </a:lvl5pPr>
      <a:lvl6pPr marL="691264" indent="-62842" algn="l" defTabSz="251369" rtl="0" eaLnBrk="1" latinLnBrk="0" hangingPunct="1">
        <a:lnSpc>
          <a:spcPct val="90000"/>
        </a:lnSpc>
        <a:spcBef>
          <a:spcPts val="137"/>
        </a:spcBef>
        <a:buFont typeface="Arial" panose="020B0604020202020204" pitchFamily="34" charset="0"/>
        <a:buChar char="•"/>
        <a:defRPr sz="495" kern="1200">
          <a:solidFill>
            <a:schemeClr val="tx1"/>
          </a:solidFill>
          <a:latin typeface="+mn-lt"/>
          <a:ea typeface="+mn-ea"/>
          <a:cs typeface="+mn-cs"/>
        </a:defRPr>
      </a:lvl6pPr>
      <a:lvl7pPr marL="816948" indent="-62842" algn="l" defTabSz="251369" rtl="0" eaLnBrk="1" latinLnBrk="0" hangingPunct="1">
        <a:lnSpc>
          <a:spcPct val="90000"/>
        </a:lnSpc>
        <a:spcBef>
          <a:spcPts val="137"/>
        </a:spcBef>
        <a:buFont typeface="Arial" panose="020B0604020202020204" pitchFamily="34" charset="0"/>
        <a:buChar char="•"/>
        <a:defRPr sz="495" kern="1200">
          <a:solidFill>
            <a:schemeClr val="tx1"/>
          </a:solidFill>
          <a:latin typeface="+mn-lt"/>
          <a:ea typeface="+mn-ea"/>
          <a:cs typeface="+mn-cs"/>
        </a:defRPr>
      </a:lvl7pPr>
      <a:lvl8pPr marL="942632" indent="-62842" algn="l" defTabSz="251369" rtl="0" eaLnBrk="1" latinLnBrk="0" hangingPunct="1">
        <a:lnSpc>
          <a:spcPct val="90000"/>
        </a:lnSpc>
        <a:spcBef>
          <a:spcPts val="137"/>
        </a:spcBef>
        <a:buFont typeface="Arial" panose="020B0604020202020204" pitchFamily="34" charset="0"/>
        <a:buChar char="•"/>
        <a:defRPr sz="495" kern="1200">
          <a:solidFill>
            <a:schemeClr val="tx1"/>
          </a:solidFill>
          <a:latin typeface="+mn-lt"/>
          <a:ea typeface="+mn-ea"/>
          <a:cs typeface="+mn-cs"/>
        </a:defRPr>
      </a:lvl8pPr>
      <a:lvl9pPr marL="1068316" indent="-62842" algn="l" defTabSz="251369" rtl="0" eaLnBrk="1" latinLnBrk="0" hangingPunct="1">
        <a:lnSpc>
          <a:spcPct val="90000"/>
        </a:lnSpc>
        <a:spcBef>
          <a:spcPts val="137"/>
        </a:spcBef>
        <a:buFont typeface="Arial" panose="020B0604020202020204" pitchFamily="34" charset="0"/>
        <a:buChar char="•"/>
        <a:defRPr sz="4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369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1pPr>
      <a:lvl2pPr marL="125684" algn="l" defTabSz="251369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2pPr>
      <a:lvl3pPr marL="251369" algn="l" defTabSz="251369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3pPr>
      <a:lvl4pPr marL="377053" algn="l" defTabSz="251369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4pPr>
      <a:lvl5pPr marL="502737" algn="l" defTabSz="251369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5pPr>
      <a:lvl6pPr marL="628421" algn="l" defTabSz="251369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6pPr>
      <a:lvl7pPr marL="754106" algn="l" defTabSz="251369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7pPr>
      <a:lvl8pPr marL="879790" algn="l" defTabSz="251369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8pPr>
      <a:lvl9pPr marL="1005474" algn="l" defTabSz="251369" rtl="0" eaLnBrk="1" latinLnBrk="0" hangingPunct="1">
        <a:defRPr sz="4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5A5C92CE-7A4D-6C99-4F55-CE4FC6586C99}"/>
              </a:ext>
            </a:extLst>
          </p:cNvPr>
          <p:cNvGrpSpPr/>
          <p:nvPr/>
        </p:nvGrpSpPr>
        <p:grpSpPr>
          <a:xfrm>
            <a:off x="953148" y="900273"/>
            <a:ext cx="1445808" cy="179067"/>
            <a:chOff x="928764" y="897249"/>
            <a:chExt cx="1494606" cy="185111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4184" y="907809"/>
              <a:ext cx="112812" cy="164425"/>
            </a:xfrm>
            <a:prstGeom prst="rect">
              <a:avLst/>
            </a:prstGeom>
          </p:spPr>
        </p:pic>
        <p:pic>
          <p:nvPicPr>
            <p:cNvPr id="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67581" y="961960"/>
              <a:ext cx="93154" cy="113671"/>
            </a:xfrm>
            <a:prstGeom prst="rect">
              <a:avLst/>
            </a:prstGeom>
          </p:spPr>
        </p:pic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73832" y="965295"/>
              <a:ext cx="96530" cy="108500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7612" y="961960"/>
              <a:ext cx="93154" cy="113671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88618" y="897249"/>
              <a:ext cx="31638" cy="174982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45831" y="904427"/>
              <a:ext cx="107369" cy="171179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75830" y="961960"/>
              <a:ext cx="93154" cy="113671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987262" y="944858"/>
              <a:ext cx="62634" cy="130701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115454" y="906905"/>
              <a:ext cx="118921" cy="165326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255197" y="912977"/>
              <a:ext cx="31424" cy="159229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09892" y="961938"/>
              <a:ext cx="113478" cy="113671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28764" y="898408"/>
              <a:ext cx="45282" cy="44991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05375" y="898408"/>
              <a:ext cx="45282" cy="44991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1985" y="898408"/>
              <a:ext cx="45282" cy="44991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05375" y="967892"/>
              <a:ext cx="45282" cy="44991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1985" y="967892"/>
              <a:ext cx="45282" cy="44991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81985" y="1037369"/>
              <a:ext cx="45282" cy="44991"/>
            </a:xfrm>
            <a:prstGeom prst="rect">
              <a:avLst/>
            </a:prstGeom>
          </p:spPr>
        </p:pic>
      </p:grpSp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1363" y="63580"/>
            <a:ext cx="335240" cy="313428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98540" y="63580"/>
            <a:ext cx="335240" cy="313428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65719" y="63580"/>
            <a:ext cx="335240" cy="313428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8540" y="547623"/>
            <a:ext cx="335240" cy="313428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65719" y="547623"/>
            <a:ext cx="335240" cy="313428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65719" y="1031665"/>
            <a:ext cx="335240" cy="3134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EC3E8C60-F28C-A8FD-3F65-D4072EC80F90}"/>
              </a:ext>
            </a:extLst>
          </p:cNvPr>
          <p:cNvGrpSpPr/>
          <p:nvPr/>
        </p:nvGrpSpPr>
        <p:grpSpPr>
          <a:xfrm>
            <a:off x="153878" y="156399"/>
            <a:ext cx="947962" cy="117410"/>
            <a:chOff x="204264" y="236581"/>
            <a:chExt cx="912792" cy="113054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0791" y="243030"/>
              <a:ext cx="68897" cy="100418"/>
            </a:xfrm>
            <a:prstGeom prst="rect">
              <a:avLst/>
            </a:prstGeom>
          </p:spPr>
        </p:pic>
        <p:pic>
          <p:nvPicPr>
            <p:cNvPr id="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2260" y="276102"/>
              <a:ext cx="56892" cy="69421"/>
            </a:xfrm>
            <a:prstGeom prst="rect">
              <a:avLst/>
            </a:prstGeom>
          </p:spPr>
        </p:pic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7150" y="278138"/>
              <a:ext cx="58953" cy="66264"/>
            </a:xfrm>
            <a:prstGeom prst="rect">
              <a:avLst/>
            </a:prstGeom>
          </p:spPr>
        </p:pic>
        <p:pic>
          <p:nvPicPr>
            <p:cNvPr id="5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0531" y="276102"/>
              <a:ext cx="56892" cy="69421"/>
            </a:xfrm>
            <a:prstGeom prst="rect">
              <a:avLst/>
            </a:prstGeom>
          </p:spPr>
        </p:pic>
        <p:pic>
          <p:nvPicPr>
            <p:cNvPr id="6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8325" y="236581"/>
              <a:ext cx="19322" cy="106867"/>
            </a:xfrm>
            <a:prstGeom prst="rect">
              <a:avLst/>
            </a:prstGeom>
          </p:spPr>
        </p:pic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3267" y="240963"/>
              <a:ext cx="65573" cy="104545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660" y="276102"/>
              <a:ext cx="56892" cy="69421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50715" y="265658"/>
              <a:ext cx="38252" cy="79822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29005" y="242479"/>
              <a:ext cx="72628" cy="100966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14349" y="246187"/>
              <a:ext cx="19191" cy="97245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7753" y="276090"/>
              <a:ext cx="69303" cy="69421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4264" y="237288"/>
              <a:ext cx="27655" cy="27478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51052" y="237288"/>
              <a:ext cx="27655" cy="27478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97840" y="237288"/>
              <a:ext cx="27655" cy="27478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51052" y="279724"/>
              <a:ext cx="27655" cy="27478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97840" y="279724"/>
              <a:ext cx="27655" cy="27478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97840" y="322157"/>
              <a:ext cx="27655" cy="27478"/>
            </a:xfrm>
            <a:prstGeom prst="rect">
              <a:avLst/>
            </a:prstGeom>
          </p:spPr>
        </p:pic>
      </p:grpSp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573" y="366113"/>
            <a:ext cx="3056066" cy="3315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153880" y="480485"/>
            <a:ext cx="1716303" cy="16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25"/>
              </a:lnSpc>
            </a:pPr>
            <a:r>
              <a:rPr lang="en-US" sz="1022" dirty="0">
                <a:solidFill>
                  <a:srgbClr val="000000"/>
                </a:solidFill>
                <a:latin typeface="Aspekta 500" pitchFamily="2" charset="77"/>
                <a:ea typeface="Aspekta Variable" pitchFamily="34" charset="-122"/>
                <a:cs typeface="Aspekta Variable" pitchFamily="34" charset="-120"/>
              </a:rPr>
              <a:t>Ami </a:t>
            </a:r>
            <a:r>
              <a:rPr lang="en-US" sz="1022" dirty="0">
                <a:solidFill>
                  <a:srgbClr val="000000"/>
                </a:solidFill>
                <a:latin typeface="Aspekta 450" pitchFamily="2" charset="77"/>
                <a:ea typeface="Aspekta Variable" pitchFamily="34" charset="-122"/>
                <a:cs typeface="Aspekta Variable" pitchFamily="34" charset="-120"/>
              </a:rPr>
              <a:t>Patel</a:t>
            </a:r>
            <a:r>
              <a:rPr lang="en-US" sz="1022" dirty="0">
                <a:solidFill>
                  <a:srgbClr val="000000"/>
                </a:solidFill>
                <a:latin typeface="Aspekta 500" pitchFamily="2" charset="77"/>
                <a:ea typeface="Aspekta Variable" pitchFamily="34" charset="-122"/>
                <a:cs typeface="Aspekta Variable" pitchFamily="34" charset="-120"/>
              </a:rPr>
              <a:t> Shah</a:t>
            </a:r>
            <a:endParaRPr lang="en-US" sz="1022" dirty="0">
              <a:latin typeface="Aspekta 500" pitchFamily="2" charset="77"/>
            </a:endParaRPr>
          </a:p>
        </p:txBody>
      </p:sp>
      <p:sp>
        <p:nvSpPr>
          <p:cNvPr id="21" name="Text 1"/>
          <p:cNvSpPr/>
          <p:nvPr/>
        </p:nvSpPr>
        <p:spPr>
          <a:xfrm>
            <a:off x="153880" y="661149"/>
            <a:ext cx="1716303" cy="165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92"/>
              </a:lnSpc>
            </a:pPr>
            <a:r>
              <a:rPr lang="en-US" sz="827" dirty="0">
                <a:solidFill>
                  <a:srgbClr val="000000"/>
                </a:solidFill>
                <a:latin typeface="Aspekta 200" pitchFamily="2" charset="77"/>
                <a:ea typeface="Aspekta Variable" pitchFamily="34" charset="-122"/>
                <a:cs typeface="Aspekta Variable" pitchFamily="34" charset="-120"/>
              </a:rPr>
              <a:t>Founding Partner</a:t>
            </a:r>
            <a:endParaRPr lang="en-US" sz="827" dirty="0">
              <a:latin typeface="Aspekta 200" pitchFamily="2" charset="77"/>
            </a:endParaRPr>
          </a:p>
        </p:txBody>
      </p:sp>
      <p:pic>
        <p:nvPicPr>
          <p:cNvPr id="22" name="Image 1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5617" y="1586328"/>
            <a:ext cx="34553" cy="65421"/>
          </a:xfrm>
          <a:prstGeom prst="rect">
            <a:avLst/>
          </a:prstGeom>
        </p:spPr>
      </p:pic>
      <p:sp>
        <p:nvSpPr>
          <p:cNvPr id="23" name="Text 2"/>
          <p:cNvSpPr/>
          <p:nvPr/>
        </p:nvSpPr>
        <p:spPr>
          <a:xfrm>
            <a:off x="253319" y="1592471"/>
            <a:ext cx="346044" cy="7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26"/>
              </a:lnSpc>
            </a:pPr>
            <a:r>
              <a:rPr lang="en-US" sz="438" dirty="0">
                <a:latin typeface="Aspekta Variable" pitchFamily="34" charset="0"/>
                <a:ea typeface="Aspekta Variable" pitchFamily="34" charset="-122"/>
                <a:cs typeface="Aspekta Variable" pitchFamily="34" charset="-120"/>
              </a:rPr>
              <a:t>Email</a:t>
            </a:r>
            <a:endParaRPr lang="en-US" sz="438" dirty="0"/>
          </a:p>
        </p:txBody>
      </p:sp>
      <p:sp>
        <p:nvSpPr>
          <p:cNvPr id="24" name="Text 3"/>
          <p:cNvSpPr/>
          <p:nvPr/>
        </p:nvSpPr>
        <p:spPr>
          <a:xfrm>
            <a:off x="259945" y="1688646"/>
            <a:ext cx="1109730" cy="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"/>
              </a:lnSpc>
            </a:pPr>
            <a:r>
              <a:rPr lang="en-US" sz="535" dirty="0">
                <a:solidFill>
                  <a:schemeClr val="bg1">
                    <a:lumMod val="65000"/>
                  </a:schemeClr>
                </a:solidFill>
                <a:latin typeface="Aspekta 250" pitchFamily="2" charset="77"/>
                <a:ea typeface="Aspekta Variable" pitchFamily="34" charset="-122"/>
                <a:cs typeface="Aspekta Variable" pitchFamily="34" charset="-120"/>
              </a:rPr>
              <a:t>ami.patel@levelset.com</a:t>
            </a:r>
            <a:endParaRPr lang="en-US" sz="535" dirty="0">
              <a:solidFill>
                <a:schemeClr val="bg1">
                  <a:lumMod val="65000"/>
                </a:schemeClr>
              </a:solidFill>
              <a:latin typeface="Aspekta 250" pitchFamily="2" charset="77"/>
            </a:endParaRPr>
          </a:p>
        </p:txBody>
      </p:sp>
      <p:pic>
        <p:nvPicPr>
          <p:cNvPr id="25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9832" y="1586328"/>
            <a:ext cx="34552" cy="65421"/>
          </a:xfrm>
          <a:prstGeom prst="rect">
            <a:avLst/>
          </a:prstGeom>
        </p:spPr>
      </p:pic>
      <p:sp>
        <p:nvSpPr>
          <p:cNvPr id="26" name="Text 4"/>
          <p:cNvSpPr/>
          <p:nvPr/>
        </p:nvSpPr>
        <p:spPr>
          <a:xfrm>
            <a:off x="1277530" y="1592471"/>
            <a:ext cx="437528" cy="7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26"/>
              </a:lnSpc>
            </a:pPr>
            <a:r>
              <a:rPr lang="en-US" sz="438" dirty="0">
                <a:latin typeface="Aspekta Variable" pitchFamily="34" charset="0"/>
                <a:ea typeface="Aspekta Variable" pitchFamily="34" charset="-122"/>
                <a:cs typeface="Aspekta Variable" pitchFamily="34" charset="-120"/>
              </a:rPr>
              <a:t>Website</a:t>
            </a:r>
            <a:endParaRPr lang="en-US" sz="438" dirty="0"/>
          </a:p>
        </p:txBody>
      </p:sp>
      <p:sp>
        <p:nvSpPr>
          <p:cNvPr id="27" name="Text 5"/>
          <p:cNvSpPr/>
          <p:nvPr/>
        </p:nvSpPr>
        <p:spPr>
          <a:xfrm>
            <a:off x="1284159" y="1688646"/>
            <a:ext cx="898920" cy="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"/>
              </a:lnSpc>
            </a:pPr>
            <a:r>
              <a:rPr lang="en-US" sz="535" dirty="0">
                <a:solidFill>
                  <a:schemeClr val="bg1">
                    <a:lumMod val="65000"/>
                  </a:schemeClr>
                </a:solidFill>
                <a:latin typeface="Aspekta 250" pitchFamily="2" charset="77"/>
                <a:ea typeface="Aspekta Variable" pitchFamily="34" charset="-122"/>
                <a:cs typeface="Aspekta Variable" pitchFamily="34" charset="-120"/>
              </a:rPr>
              <a:t>www.levelset.com</a:t>
            </a:r>
            <a:endParaRPr lang="en-US" sz="535" dirty="0">
              <a:solidFill>
                <a:schemeClr val="bg1">
                  <a:lumMod val="65000"/>
                </a:schemeClr>
              </a:solidFill>
              <a:latin typeface="Aspekta 250" pitchFamily="2" charset="77"/>
            </a:endParaRPr>
          </a:p>
        </p:txBody>
      </p:sp>
      <p:sp>
        <p:nvSpPr>
          <p:cNvPr id="29" name="Text 6"/>
          <p:cNvSpPr/>
          <p:nvPr/>
        </p:nvSpPr>
        <p:spPr>
          <a:xfrm>
            <a:off x="2301744" y="1592471"/>
            <a:ext cx="270472" cy="72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26"/>
              </a:lnSpc>
            </a:pPr>
            <a:r>
              <a:rPr lang="en-US" sz="438" dirty="0">
                <a:latin typeface="Aspekta Variable" pitchFamily="34" charset="0"/>
                <a:ea typeface="Aspekta Variable" pitchFamily="34" charset="-122"/>
                <a:cs typeface="Aspekta Variable" pitchFamily="34" charset="-120"/>
              </a:rPr>
              <a:t>Tel</a:t>
            </a:r>
            <a:endParaRPr lang="en-US" sz="438" dirty="0"/>
          </a:p>
        </p:txBody>
      </p:sp>
      <p:sp>
        <p:nvSpPr>
          <p:cNvPr id="30" name="Text 7"/>
          <p:cNvSpPr/>
          <p:nvPr/>
        </p:nvSpPr>
        <p:spPr>
          <a:xfrm>
            <a:off x="2308373" y="1688646"/>
            <a:ext cx="664247" cy="86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41"/>
              </a:lnSpc>
            </a:pPr>
            <a:r>
              <a:rPr lang="en-US" sz="535" dirty="0">
                <a:solidFill>
                  <a:schemeClr val="bg1">
                    <a:lumMod val="65000"/>
                  </a:schemeClr>
                </a:solidFill>
                <a:latin typeface="Aspekta 250" pitchFamily="2" charset="77"/>
                <a:ea typeface="Aspekta Variable" pitchFamily="34" charset="-122"/>
                <a:cs typeface="Aspekta Variable" pitchFamily="34" charset="-120"/>
              </a:rPr>
              <a:t>+00 000 000</a:t>
            </a:r>
            <a:endParaRPr lang="en-US" sz="535" dirty="0">
              <a:solidFill>
                <a:schemeClr val="bg1">
                  <a:lumMod val="65000"/>
                </a:schemeClr>
              </a:solidFill>
              <a:latin typeface="Aspekta 250" pitchFamily="2" charset="77"/>
            </a:endParaRPr>
          </a:p>
        </p:txBody>
      </p:sp>
      <p:pic>
        <p:nvPicPr>
          <p:cNvPr id="31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3606" y="1491408"/>
            <a:ext cx="3024000" cy="3564"/>
          </a:xfrm>
          <a:prstGeom prst="rect">
            <a:avLst/>
          </a:prstGeom>
        </p:spPr>
      </p:pic>
      <p:pic>
        <p:nvPicPr>
          <p:cNvPr id="32" name="Image 19" descr="preencoded.png">
            <a:extLst>
              <a:ext uri="{FF2B5EF4-FFF2-40B4-BE49-F238E27FC236}">
                <a16:creationId xmlns:a16="http://schemas.microsoft.com/office/drawing/2014/main" id="{BBBBF6C7-0659-63C3-B304-620D91196A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25184" y="1586328"/>
            <a:ext cx="34552" cy="654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26</Words>
  <Application>Microsoft Macintosh PowerPoint</Application>
  <PresentationFormat>Custom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Arial</vt:lpstr>
      <vt:lpstr>Aspekta 200</vt:lpstr>
      <vt:lpstr>Aspekta 250</vt:lpstr>
      <vt:lpstr>Aspekta 450</vt:lpstr>
      <vt:lpstr>Aspekta 500</vt:lpstr>
      <vt:lpstr>Aspekta Variable</vt:lpstr>
      <vt:lpstr>Calibri</vt:lpstr>
      <vt:lpstr>Calibri Light</vt:lpstr>
      <vt:lpstr>Office 2013 - 2022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Ross Hall</cp:lastModifiedBy>
  <cp:revision>9</cp:revision>
  <dcterms:created xsi:type="dcterms:W3CDTF">2026-03-30T16:38:08Z</dcterms:created>
  <dcterms:modified xsi:type="dcterms:W3CDTF">2026-03-30T17:06:30Z</dcterms:modified>
</cp:coreProperties>
</file>